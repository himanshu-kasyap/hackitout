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92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AE163B-EDC1-D415-ADDE-3A9BFFEB1CF6}"/>
              </a:ext>
            </a:extLst>
          </p:cNvPr>
          <p:cNvSpPr/>
          <p:nvPr/>
        </p:nvSpPr>
        <p:spPr>
          <a:xfrm>
            <a:off x="4505093" y="7593980"/>
            <a:ext cx="10125307" cy="6356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542A5C-D35E-0954-BC10-2A911C55601F}"/>
              </a:ext>
            </a:extLst>
          </p:cNvPr>
          <p:cNvSpPr/>
          <p:nvPr/>
        </p:nvSpPr>
        <p:spPr>
          <a:xfrm>
            <a:off x="11151" y="78059"/>
            <a:ext cx="14630400" cy="8229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32717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00"/>
              </a:lnSpc>
              <a:buNone/>
            </a:pPr>
            <a:r>
              <a:rPr lang="en-US" sz="6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PyClimaExplorer</a:t>
            </a:r>
            <a:endParaRPr lang="en-US" sz="6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2809994"/>
            <a:ext cx="7556421" cy="3051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6000" b="1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Turning Climate Data into Actionable Insights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950781" y="7795260"/>
            <a:ext cx="2679619" cy="440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chemeClr val="accent4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Hack It Out – Technex'26</a:t>
            </a:r>
            <a:endParaRPr lang="en-US" sz="175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79B41E-DE79-DDDE-D645-F7F0994E8713}"/>
              </a:ext>
            </a:extLst>
          </p:cNvPr>
          <p:cNvSpPr txBox="1"/>
          <p:nvPr/>
        </p:nvSpPr>
        <p:spPr>
          <a:xfrm>
            <a:off x="6166624" y="5953326"/>
            <a:ext cx="5040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 Team Avengers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471133-DF49-9E01-DD54-3CFEF73EEA9E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793790" y="1009174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u="sng" dirty="0">
                <a:solidFill>
                  <a:schemeClr val="accent4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The Challenge</a:t>
            </a:r>
            <a:endParaRPr lang="en-US" sz="4450" u="sng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41602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408277"/>
            <a:ext cx="4078248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200" b="1" u="sng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Climate Data is Complex</a:t>
            </a:r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38943" y="3077408"/>
            <a:ext cx="4205168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24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Researchers and the public struggle to interpret raw climate datasets from NetCDF files. Temperature, precipitation, and wind speed data remain locked in technical formats.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38943" y="5220533"/>
            <a:ext cx="3914656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200" b="1" u="sng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Current Tools Fall Short</a:t>
            </a:r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751576" y="5849238"/>
            <a:ext cx="4205168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24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Existing platforms require technical expertise and lack interactive features. Without intuitive visualization, critical climate trends remain invisible to decision-makers.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480A18-7015-3459-D2B6-A935A0931B2D}"/>
              </a:ext>
            </a:extLst>
          </p:cNvPr>
          <p:cNvSpPr/>
          <p:nvPr/>
        </p:nvSpPr>
        <p:spPr>
          <a:xfrm>
            <a:off x="4505093" y="7593980"/>
            <a:ext cx="10125307" cy="6356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9D54E6F-65F1-01C6-54EA-36A9DFF9FD93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8040" y="919043"/>
            <a:ext cx="5297805" cy="688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50" b="1" dirty="0">
                <a:solidFill>
                  <a:schemeClr val="accent4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Our Solution</a:t>
            </a:r>
            <a:endParaRPr lang="en-US" sz="415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28040" y="1904762"/>
            <a:ext cx="3811965" cy="3175635"/>
          </a:xfrm>
          <a:prstGeom prst="roundRect">
            <a:avLst>
              <a:gd name="adj" fmla="val 2803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713" y="2139434"/>
            <a:ext cx="635675" cy="63567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7496" y="2314218"/>
            <a:ext cx="285988" cy="28598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08587" y="2972991"/>
            <a:ext cx="3731418" cy="68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Interactive Global Heatmap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6462713" y="3780353"/>
            <a:ext cx="3262074" cy="1065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Visualize temperature, precipitation, and wind patterns across the entire planet with dynamic color coding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10157341" y="1904762"/>
            <a:ext cx="3731419" cy="3175635"/>
          </a:xfrm>
          <a:prstGeom prst="roundRect">
            <a:avLst>
              <a:gd name="adj" fmla="val 2803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2013" y="2139434"/>
            <a:ext cx="635675" cy="63567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66797" y="2314218"/>
            <a:ext cx="285988" cy="2859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392013" y="2972991"/>
            <a:ext cx="2648903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Time-Series Trends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10392014" y="3721889"/>
            <a:ext cx="3262074" cy="79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Track climate variables at specific locations over decades with interactive line graphs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6228040" y="5278278"/>
            <a:ext cx="7660719" cy="2315701"/>
          </a:xfrm>
          <a:prstGeom prst="roundRect">
            <a:avLst>
              <a:gd name="adj" fmla="val 4380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2713" y="5512951"/>
            <a:ext cx="635675" cy="635675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37496" y="5687735"/>
            <a:ext cx="285988" cy="28598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462713" y="6346508"/>
            <a:ext cx="2648903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AI-Powered Insights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9"/>
          <p:cNvSpPr/>
          <p:nvPr/>
        </p:nvSpPr>
        <p:spPr>
          <a:xfrm>
            <a:off x="6462714" y="6809542"/>
            <a:ext cx="4390072" cy="522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050"/>
              </a:lnSpc>
              <a:buNone/>
            </a:pPr>
            <a:r>
              <a:rPr lang="en-US" sz="24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Generate automated analysis and detect patterns in climate </a:t>
            </a:r>
            <a:br>
              <a:rPr lang="en-US" sz="24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data instantly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C0A5C2-7C10-40B0-93CE-7D957B1CEA2D}"/>
              </a:ext>
            </a:extLst>
          </p:cNvPr>
          <p:cNvSpPr/>
          <p:nvPr/>
        </p:nvSpPr>
        <p:spPr>
          <a:xfrm>
            <a:off x="4505093" y="7593980"/>
            <a:ext cx="10125307" cy="6356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B7B51F3-F907-3BF7-036F-564352E85276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793790" y="815697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00"/>
              </a:lnSpc>
              <a:buNone/>
            </a:pPr>
            <a:r>
              <a:rPr lang="en-US" sz="4400" b="1" dirty="0">
                <a:solidFill>
                  <a:schemeClr val="accent4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Powerful Features</a:t>
            </a:r>
            <a:endParaRPr lang="en-US" sz="44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346603"/>
            <a:ext cx="4196358" cy="2581751"/>
          </a:xfrm>
          <a:prstGeom prst="roundRect">
            <a:avLst>
              <a:gd name="adj" fmla="val 5667"/>
            </a:avLst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16123"/>
            <a:ext cx="4196358" cy="121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084" y="2913578"/>
            <a:ext cx="336565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Global Climate Heatmap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51084" y="3418165"/>
            <a:ext cx="3681770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Dynamic visualization of temperature, precipitation, and wind speed across all continents with real-time data rendering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216962" y="2346603"/>
            <a:ext cx="4196358" cy="2581751"/>
          </a:xfrm>
          <a:prstGeom prst="roundRect">
            <a:avLst>
              <a:gd name="adj" fmla="val 5667"/>
            </a:avLst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316123"/>
            <a:ext cx="4196358" cy="12192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60" y="2006441"/>
            <a:ext cx="680442" cy="6804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78933" y="2169795"/>
            <a:ext cx="27217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5474256" y="2913578"/>
            <a:ext cx="368177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Location-Based Time-Series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474256" y="3637478"/>
            <a:ext cx="368177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Analyze climate trends at any coordinate point with historical data spanning decades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9640133" y="2346603"/>
            <a:ext cx="4196358" cy="2581751"/>
          </a:xfrm>
          <a:prstGeom prst="roundRect">
            <a:avLst>
              <a:gd name="adj" fmla="val 5667"/>
            </a:avLst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316123"/>
            <a:ext cx="4196358" cy="12192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8032" y="2006441"/>
            <a:ext cx="680442" cy="68044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602105" y="2169795"/>
            <a:ext cx="27217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100" dirty="0"/>
          </a:p>
        </p:txBody>
      </p:sp>
      <p:sp>
        <p:nvSpPr>
          <p:cNvPr id="19" name="Text 11"/>
          <p:cNvSpPr/>
          <p:nvPr/>
        </p:nvSpPr>
        <p:spPr>
          <a:xfrm>
            <a:off x="9897427" y="2913578"/>
            <a:ext cx="3043952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AI-Generated Insights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9897427" y="3418165"/>
            <a:ext cx="368177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Machine learning algorithms identify anomalies, trends, and correlations automatically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93790" y="5495330"/>
            <a:ext cx="6407944" cy="1918454"/>
          </a:xfrm>
          <a:prstGeom prst="roundRect">
            <a:avLst>
              <a:gd name="adj" fmla="val 7626"/>
            </a:avLst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464850"/>
            <a:ext cx="6407944" cy="12192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5155168"/>
            <a:ext cx="680442" cy="68044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861614" y="5318522"/>
            <a:ext cx="27217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100" dirty="0"/>
          </a:p>
        </p:txBody>
      </p:sp>
      <p:sp>
        <p:nvSpPr>
          <p:cNvPr id="25" name="Text 15"/>
          <p:cNvSpPr/>
          <p:nvPr/>
        </p:nvSpPr>
        <p:spPr>
          <a:xfrm>
            <a:off x="1051084" y="6062305"/>
            <a:ext cx="3653790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Climate Comparison Mode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1051084" y="6566892"/>
            <a:ext cx="589335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Side-by-side analysis of different time periods </a:t>
            </a:r>
            <a:b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(e.g., 1990 vs 2020) to visualize climate change progression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7428548" y="5495330"/>
            <a:ext cx="6407944" cy="1918454"/>
          </a:xfrm>
          <a:prstGeom prst="roundRect">
            <a:avLst>
              <a:gd name="adj" fmla="val 7626"/>
            </a:avLst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48" y="5464850"/>
            <a:ext cx="6407944" cy="121920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5155168"/>
            <a:ext cx="680442" cy="68044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496371" y="5318522"/>
            <a:ext cx="272177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100" dirty="0"/>
          </a:p>
        </p:txBody>
      </p:sp>
      <p:sp>
        <p:nvSpPr>
          <p:cNvPr id="31" name="Text 19"/>
          <p:cNvSpPr/>
          <p:nvPr/>
        </p:nvSpPr>
        <p:spPr>
          <a:xfrm>
            <a:off x="7685842" y="6062305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Future Predictions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0"/>
          <p:cNvSpPr/>
          <p:nvPr/>
        </p:nvSpPr>
        <p:spPr>
          <a:xfrm>
            <a:off x="7685842" y="6566892"/>
            <a:ext cx="589335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Project climate variables forward using trained </a:t>
            </a:r>
            <a:b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machine learning models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C781B2-3981-CF51-BFB9-262E4123582E}"/>
              </a:ext>
            </a:extLst>
          </p:cNvPr>
          <p:cNvSpPr/>
          <p:nvPr/>
        </p:nvSpPr>
        <p:spPr>
          <a:xfrm>
            <a:off x="4505093" y="7593980"/>
            <a:ext cx="10125307" cy="6356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1295" y="270333"/>
            <a:ext cx="4538920" cy="564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4550"/>
              </a:lnSpc>
            </a:pPr>
            <a:r>
              <a:rPr lang="en-US" sz="3600" b="1" dirty="0">
                <a:solidFill>
                  <a:schemeClr val="accent4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Technology Stack</a:t>
            </a:r>
            <a:endParaRPr lang="en-US" sz="36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81295" y="1191279"/>
            <a:ext cx="2230398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Frontend</a:t>
            </a:r>
          </a:p>
          <a:p>
            <a:pPr>
              <a:lnSpc>
                <a:spcPts val="2250"/>
              </a:lnSpc>
            </a:pPr>
            <a:endParaRPr lang="en-US" sz="3200" b="1" dirty="0">
              <a:solidFill>
                <a:srgbClr val="EBEDF0"/>
              </a:solidFill>
              <a:latin typeface="Times New Roman" panose="02020603050405020304" pitchFamily="18" charset="0"/>
              <a:ea typeface="Geist Bold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250"/>
              </a:lnSpc>
            </a:pPr>
            <a:r>
              <a:rPr lang="en-US" sz="3200" b="1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HTML, CSS, Vanilla JavaScript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81295" y="2349592"/>
            <a:ext cx="402621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Creates the interactive user interface for the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climate dashboard.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850512" y="1124702"/>
            <a:ext cx="2230398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Backend</a:t>
            </a:r>
          </a:p>
          <a:p>
            <a:pPr marL="0" indent="0" algn="l">
              <a:lnSpc>
                <a:spcPts val="2250"/>
              </a:lnSpc>
              <a:buNone/>
            </a:pPr>
            <a:endParaRPr lang="en-US" sz="3200" b="1" dirty="0">
              <a:solidFill>
                <a:srgbClr val="EBEDF0"/>
              </a:solidFill>
              <a:latin typeface="Times New Roman" panose="02020603050405020304" pitchFamily="18" charset="0"/>
              <a:ea typeface="Geist Bold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Python with Flask/</a:t>
            </a:r>
            <a:r>
              <a:rPr lang="en-US" sz="3200" b="1" dirty="0" err="1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FastAPI</a:t>
            </a:r>
            <a:endParaRPr lang="en-US" sz="3200" b="1" dirty="0">
              <a:solidFill>
                <a:srgbClr val="EBEDF0"/>
              </a:solidFill>
              <a:latin typeface="Times New Roman" panose="02020603050405020304" pitchFamily="18" charset="0"/>
              <a:ea typeface="Geist Bold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250"/>
              </a:lnSpc>
              <a:buNone/>
            </a:pPr>
            <a:endParaRPr lang="en-US" sz="3200" b="1" dirty="0">
              <a:solidFill>
                <a:srgbClr val="EBEDF0"/>
              </a:solidFill>
              <a:latin typeface="Times New Roman" panose="02020603050405020304" pitchFamily="18" charset="0"/>
              <a:ea typeface="Geist Bold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250"/>
              </a:lnSpc>
              <a:buNone/>
            </a:pPr>
            <a:endParaRPr lang="en-US" sz="3200" b="1" dirty="0">
              <a:solidFill>
                <a:srgbClr val="EBEDF0"/>
              </a:solidFill>
              <a:latin typeface="Times New Roman" panose="02020603050405020304" pitchFamily="18" charset="0"/>
              <a:ea typeface="Geist 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81295" y="4278554"/>
            <a:ext cx="402621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Used for cleaning, transforming, and analyzing climate datasets.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1081295" y="5153712"/>
            <a:ext cx="2230398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Visualization</a:t>
            </a:r>
          </a:p>
          <a:p>
            <a:pPr marL="0" indent="0" algn="l">
              <a:lnSpc>
                <a:spcPts val="2250"/>
              </a:lnSpc>
              <a:buNone/>
            </a:pPr>
            <a:endParaRPr 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Geist Bold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Plotly.js /Chart.js</a:t>
            </a:r>
          </a:p>
          <a:p>
            <a:pPr marL="0" indent="0" algn="l">
              <a:lnSpc>
                <a:spcPts val="225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081295" y="6278338"/>
            <a:ext cx="722899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Generates interactive charts like temperature trends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and precipitation graphs.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781588" y="5153246"/>
            <a:ext cx="2230398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Dataset</a:t>
            </a:r>
          </a:p>
          <a:p>
            <a:pPr marL="0" indent="0" algn="l">
              <a:lnSpc>
                <a:spcPts val="2250"/>
              </a:lnSpc>
              <a:buNone/>
            </a:pPr>
            <a:endParaRPr lang="en-US" sz="3200" b="1" dirty="0">
              <a:solidFill>
                <a:srgbClr val="EBEDF0"/>
              </a:solidFill>
              <a:latin typeface="Times New Roman" panose="02020603050405020304" pitchFamily="18" charset="0"/>
              <a:ea typeface="Geist Bold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3200" b="1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Global Climate Dataset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7832731" y="4257178"/>
            <a:ext cx="722899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Implements prediction models for climate trend analysis.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3077F8-5DF1-AE35-7D20-4DB8C92B2612}"/>
              </a:ext>
            </a:extLst>
          </p:cNvPr>
          <p:cNvSpPr/>
          <p:nvPr/>
        </p:nvSpPr>
        <p:spPr>
          <a:xfrm>
            <a:off x="-106680" y="7527505"/>
            <a:ext cx="14737080" cy="76228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B0099C47-7C65-8BC4-D45D-DE305DA8D68C}"/>
              </a:ext>
            </a:extLst>
          </p:cNvPr>
          <p:cNvSpPr/>
          <p:nvPr/>
        </p:nvSpPr>
        <p:spPr>
          <a:xfrm>
            <a:off x="7832731" y="2349592"/>
            <a:ext cx="402621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Handles API requests and processes climate data.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F1A4C6B7-6B62-2CD0-97F6-0047415E2ADF}"/>
              </a:ext>
            </a:extLst>
          </p:cNvPr>
          <p:cNvSpPr/>
          <p:nvPr/>
        </p:nvSpPr>
        <p:spPr>
          <a:xfrm>
            <a:off x="1081295" y="3140973"/>
            <a:ext cx="2230398" cy="289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Data Processing</a:t>
            </a:r>
          </a:p>
          <a:p>
            <a:pPr>
              <a:lnSpc>
                <a:spcPts val="2250"/>
              </a:lnSpc>
            </a:pPr>
            <a:endParaRPr lang="en-US" sz="3200" b="1" dirty="0">
              <a:solidFill>
                <a:srgbClr val="EBEDF0"/>
              </a:solidFill>
              <a:latin typeface="Times New Roman" panose="02020603050405020304" pitchFamily="18" charset="0"/>
              <a:ea typeface="Geist Bold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250"/>
              </a:lnSpc>
            </a:pPr>
            <a:r>
              <a:rPr lang="en-US" sz="3200" b="1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Pandas and NumPy  </a:t>
            </a:r>
          </a:p>
          <a:p>
            <a:pPr>
              <a:lnSpc>
                <a:spcPts val="2250"/>
              </a:lnSpc>
            </a:pPr>
            <a:endParaRPr lang="en-US" sz="3200" b="1" dirty="0">
              <a:solidFill>
                <a:srgbClr val="EBEDF0"/>
              </a:solidFill>
              <a:latin typeface="Times New Roman" panose="02020603050405020304" pitchFamily="18" charset="0"/>
              <a:ea typeface="Geist Bold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25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3BD89DB1-2896-0B8F-7678-91111066D63D}"/>
              </a:ext>
            </a:extLst>
          </p:cNvPr>
          <p:cNvSpPr/>
          <p:nvPr/>
        </p:nvSpPr>
        <p:spPr>
          <a:xfrm flipH="1">
            <a:off x="7850512" y="3218116"/>
            <a:ext cx="3434522" cy="414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Machine Learning</a:t>
            </a:r>
          </a:p>
          <a:p>
            <a:pPr>
              <a:lnSpc>
                <a:spcPts val="2250"/>
              </a:lnSpc>
            </a:pPr>
            <a:endParaRPr lang="en-US" sz="3200" b="1" dirty="0">
              <a:solidFill>
                <a:srgbClr val="EBEDF0"/>
              </a:solidFill>
              <a:latin typeface="Times New Roman" panose="02020603050405020304" pitchFamily="18" charset="0"/>
              <a:ea typeface="Geist Bold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250"/>
              </a:lnSpc>
            </a:pPr>
            <a:r>
              <a:rPr lang="en-US" sz="3200" b="1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Scikit-learn </a:t>
            </a:r>
          </a:p>
          <a:p>
            <a:pPr>
              <a:lnSpc>
                <a:spcPts val="2250"/>
              </a:lnSpc>
            </a:pPr>
            <a:endParaRPr lang="en-US" sz="3200" b="1" dirty="0">
              <a:solidFill>
                <a:srgbClr val="EBEDF0"/>
              </a:solidFill>
              <a:latin typeface="Times New Roman" panose="02020603050405020304" pitchFamily="18" charset="0"/>
              <a:ea typeface="Geist Bold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25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D771B4AE-CA07-86B9-0D12-6813EFBD81AC}"/>
              </a:ext>
            </a:extLst>
          </p:cNvPr>
          <p:cNvSpPr/>
          <p:nvPr/>
        </p:nvSpPr>
        <p:spPr>
          <a:xfrm>
            <a:off x="7781588" y="6245927"/>
            <a:ext cx="722899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Includes temperature, precipitation, wind speed, humidity,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latitude, longitude, and time 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57F41A9-492A-42D4-CE9B-04CE179420A2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7796" y="818436"/>
            <a:ext cx="5451515" cy="641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3850" b="1" dirty="0">
                <a:solidFill>
                  <a:schemeClr val="accent4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Impact &amp; Future Vision</a:t>
            </a:r>
            <a:endParaRPr lang="en-US" sz="385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796" y="1718429"/>
            <a:ext cx="987742" cy="11852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37584" y="1915954"/>
            <a:ext cx="2520791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u="sng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Accelerate Research</a:t>
            </a: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337584" y="2340173"/>
            <a:ext cx="6601420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Researchers explore climate datasets in minutes instead of hours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7796" y="2903696"/>
            <a:ext cx="987742" cy="118526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37584" y="3101221"/>
            <a:ext cx="2590919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u="sng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Public Understanding</a:t>
            </a: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7337584" y="3525441"/>
            <a:ext cx="6601420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Makes climate trends accessible to non-technical audiences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7796" y="4088963"/>
            <a:ext cx="987742" cy="11852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7584" y="4286488"/>
            <a:ext cx="2698433" cy="320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u="sng" dirty="0">
                <a:solidFill>
                  <a:srgbClr val="EBEDF0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Data-Driven Decisions</a:t>
            </a: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337584" y="4710708"/>
            <a:ext cx="6601420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Empowers policymakers with actionable climate insights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6177796" y="5532239"/>
            <a:ext cx="3165515" cy="385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b="1" u="sng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Future</a:t>
            </a:r>
            <a:r>
              <a:rPr lang="en-US" sz="2800" b="1" u="sng" dirty="0">
                <a:solidFill>
                  <a:srgbClr val="F2F5FA"/>
                </a:solidFill>
                <a:latin typeface="Aptos" panose="020B0004020202020204" pitchFamily="34" charset="0"/>
                <a:ea typeface="Geist Bold" pitchFamily="34" charset="-122"/>
                <a:cs typeface="Geist Bold" pitchFamily="34" charset="-120"/>
              </a:rPr>
              <a:t> </a:t>
            </a:r>
            <a:r>
              <a:rPr lang="en-US" sz="2800" b="1" u="sng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Enhancements</a:t>
            </a: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177796" y="6330196"/>
            <a:ext cx="3639622" cy="7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3D globe visualization with WebGL rendering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Real-time satellite data integration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0307003" y="6330196"/>
            <a:ext cx="3639622" cy="1020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AI-driven climate risk prediction for cities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Mobile application for field researchers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4D51F3-C631-07A1-7870-F35EB3A58D58}"/>
              </a:ext>
            </a:extLst>
          </p:cNvPr>
          <p:cNvSpPr/>
          <p:nvPr/>
        </p:nvSpPr>
        <p:spPr>
          <a:xfrm>
            <a:off x="4505093" y="7593980"/>
            <a:ext cx="10125307" cy="6356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2F4595-A0A5-6CA5-1A7E-5C512AA15EEA}"/>
              </a:ext>
            </a:extLst>
          </p:cNvPr>
          <p:cNvSpPr/>
          <p:nvPr/>
        </p:nvSpPr>
        <p:spPr>
          <a:xfrm>
            <a:off x="0" y="152400"/>
            <a:ext cx="14782800" cy="8229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764580"/>
            <a:ext cx="13042821" cy="2211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400"/>
              </a:lnSpc>
              <a:buNone/>
            </a:pPr>
            <a:r>
              <a:rPr lang="en-US" sz="13350" b="1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Thank You</a:t>
            </a:r>
            <a:endParaRPr lang="en-US" sz="13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39117" y="4684395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We appreciate your time and interest </a:t>
            </a:r>
            <a:r>
              <a:rPr lang="en-US" sz="2000" dirty="0" err="1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PyClimaExplorer</a:t>
            </a: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. Together, let's turn data into a brighter, more sustainable future.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393</Words>
  <Application>Microsoft Office PowerPoint</Application>
  <PresentationFormat>Custom</PresentationFormat>
  <Paragraphs>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Riya Kumari</cp:lastModifiedBy>
  <cp:revision>8</cp:revision>
  <dcterms:created xsi:type="dcterms:W3CDTF">2026-03-13T10:57:38Z</dcterms:created>
  <dcterms:modified xsi:type="dcterms:W3CDTF">2026-03-15T01:59:32Z</dcterms:modified>
</cp:coreProperties>
</file>